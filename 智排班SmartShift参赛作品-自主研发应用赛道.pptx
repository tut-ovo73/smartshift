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solidFill>
            <a:srgbClr val="234A87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34A8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自主研发应用 · 参赛作品说明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基于贪心算法与可解释评分的团队值班排班系统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应用功能 · 技术特点 · 使用说明 · 运营模式 · 创意方案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1591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研发及上线时间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17320" y="20848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 → 设计 → 开发 → 上线时间线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27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94960" y="1591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20848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背景痛点 / 目标用户 / 核心需求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0" y="14630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627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72600" y="1591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应用功能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72600" y="20848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 / 管理端 / 排班算法 / 积分信用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278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3191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3685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可解释算法 / 零依赖部署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30632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278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394960" y="3191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编程语言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394960" y="3685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技术栈与选型理由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30632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32278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372600" y="3191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运行软硬件环境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372600" y="3685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软硬件要求 / 网络要求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280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417320" y="4791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417320" y="52852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应用入口 / 测试账号 / 操作流程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46634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8280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394960" y="4791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运营模式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394960" y="52852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 / 部署模式 / 演进路线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8280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372600" y="4791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实际效果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372600" y="52852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闭环验证 / 运行数据 / 稳定性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研发及上线时间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R&amp;D &amp; RELEASE TIMELINE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从需求调研到上线运行：4 周独立完成 MVP 闭环（2026.09 – 2026.10，符合 2025-2026 参赛时间要求）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10515600" cy="45720"/>
          </a:xfrm>
          <a:prstGeom prst="rect">
            <a:avLst/>
          </a:prstGeom>
          <a:solidFill>
            <a:srgbClr val="C7D3E0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898648"/>
            <a:ext cx="274320" cy="27432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 下旬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选题与调研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3767328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面向社团负责人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值班成员访谈痛点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4 大核心需求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3008" y="2898648"/>
            <a:ext cx="274320" cy="27432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2026.10.14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0320" y="3767328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完成设计方案：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表数据模型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排班算法 / 积分体系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79008" y="2898648"/>
            <a:ext cx="274320" cy="27432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2026.10.15-20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集中开发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21 个源文件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33 个源文件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4500 行代码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65008" y="2898648"/>
            <a:ext cx="274320" cy="27432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2026.10.21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联调测试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3767328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8 步闭环验证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（排班→签到→积分）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51008" y="2898648"/>
            <a:ext cx="274320" cy="274320"/>
          </a:xfrm>
          <a:prstGeom prst="ellipse">
            <a:avLst/>
          </a:prstGeom>
          <a:solidFill>
            <a:srgbClr val="48C9B0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2026.10.22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上线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18320" y="3767328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正式发布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含演示种子数据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与一键启动脚本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E9F7F3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413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后续版本规划（v1.1+）：请假与顶替广场 → 排班提醒推送 → 积分商城 → 小程序端，持续迭代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需求分析 · 背景与痛点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SMARTSHIFT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背景：小型团队（门店 / 社团 / 实验室 / 客服中心）值班排班普遍依赖人工 + Excel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痛点一：手工排班耗时且易冲突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时间重叠、休息不足、超时值班难以逐人核对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痛点二：公平性无法保证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工作量分配不均，成员质疑"为什么总是我"，缺乏数据依据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痛点三：缺乏激励与约束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值班完成情况与个人收益脱钩，缺席、迟到无人管理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痛点四：难追溯、难调整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排班依据不透明，临时改动牵一发动全身，历史无沉淀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结论：需要一套"自动生成 + 公平可解释 + 激励闭环"的轻量排班系统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9552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（此处可插入：传统 Excel 排班痛点截图）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需求分析 · 目标用户与核心需求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&amp; REQUIREMENTS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2237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排班管理员：团队负责人、店长、社团部长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快速建班次、一键生成、可手动微调、结果可解释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普通成员：值班员工、社团成员、志愿者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自主申报不可用时间与偏好、查看日历、一键签到、赚积分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核心功能需求（MVP 范围）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成员管理：邀请成员、角色与信用维护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可用时间：成员勾选不可用时段 + 偏好班次类型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班次管理：日期 / 时段 / 时长 / 地点 / 所需人数 / 特殊标记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智能排班：一键生成草案、显示冲突与排班理由、手动调整后发布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签到与积分：按钮签到、完成得分（+10，特殊班 +5）、缺席扣信用（−5）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统计报表：个人时长 / 积分；团队完成率 / 排行榜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04672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（此处可插入：功能结构图 / 原型总览截图）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应用功能 · 总览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AF4FD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成员端（7 个页面）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首页：今日值班卡片 + 快速签到 + 积分/信用速览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排班日历：月视图，按日期查看班次安排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可用时间：9 个时段勾选不可用 + 偏好班次（早/晚/夜）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签到：我的班次列表，按钮签到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积分中心：余额 + 流水明细（正负着色）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我的：个人信息 + 个人统计（班次/时长/完成率）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9F7F3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管理端（6 大模块）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仪表盘：班次/排班/完成率/成员数 + 积分排行榜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成员管理：角色 / 信用分 / 手动加权（±20）/ 邀请入团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班次管理：班次 CRUD、特殊班开关、优先级加权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智能排班：一键生成 → 冲突提示 → 换人微调 → 确认发布（核心页）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积分规则：规则展示 + 管理员手动调整（delta + 理由）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统计报表：按日完成率趋势、个人统计查询、排行榜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提示：本页右侧/各功能页均可补充原型截图与实际运行效果图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应用功能 · 核心：智能排班算法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 ALGORITHM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硬约束过滤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不满足直接排除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时段可用（避开不可用时段）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与已排班次不重叠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距上次班次休息 ≥ 8h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当日累计 ≤ 8h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本周累计 ≤ 40h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加权评分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候选人打分排序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偏好匹配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公平性 0~30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休息间隔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信用分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时长匹配 0~10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连续值班惩罚 0~30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管理员加权 ±20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48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贪心匹配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按班次优先级分配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班次优先级 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时间紧迫度 + 节假日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特殊班次 + 人数缺口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管理员加权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高分优先入选，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不足人数记为空缺冲突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solidFill>
            <a:srgbClr val="EA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可解释性：每个分配附带 6 因子评分理由（如"公平性 25/30：历史值班 1 次"），前端彩色标签 + 悬浮明细展示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算法实现：server/src/services/scoring.js（约束与评分）+ scheduler.js（贪心主流程）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应用功能 · 积分与信用体系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POINTS &amp; CREDIT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积分规则（完成才得分，未完成不得分）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准时完成值班：+10 分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节假日 / 特殊班次：额外 +5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顶替他人值班：+8 分（预留，后续版本开放）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缺席（管理员标记）：0 分，信用 −5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临时请假（&lt;24h）：0 分，信用 −2（预留）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信用体系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信用分 0~100（默认 100），缺席扣减、表现恢复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信用分直接参与排班评分（0~20 权重）：信用越高越优先获得合适班次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积分流水全程落库，支持管理员手动调整（delta + 理由），可审计可追溯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（此处插入：积分中心 / 流水页面截图）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46177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（此处插入：积分规则页截图）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应用功能 · 签到与统计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CHECK-IN &amp; STATISTICS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签到闭环（MVP 简化实现）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成员端：我的班次 → 点击"签到"按钮（status → 已签到）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管理员端：查看签到列表 → "确认完成" → 积分自动到账（+10，特殊班 +15）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异常处理：管理员可标记"缺席"，信用分自动 −5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团队统计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概览：班次总数 / 已发布 / 排班记录 / 完成率 / 成员数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趋势：按日完成率（已排 / 已完成 / 缺席）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排行榜：积分 + 完成班次数双维度排序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个人统计：总班次、完成数、总时长、完成率、缺席次数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（此处插入：签到页截图）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88620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4754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（此处插入：仪表盘 / 统计报表截图）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技术特点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HIGHLIGHTS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63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SPA + RESTful API，前端 5173 / 后端 3001，Vite 代理转发，职责清晰易扩展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463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零原生编译依赖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数据库采用 Node.js 内置 node:sqlite，npm install 即用，无 better-sqlite3 等编译坑，Windows/macOS/Linux 通吃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63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算法可解释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4472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6 因子逐项落库（assignments.reason JSON），前端彩色标签 + tooltip 展示依据，排班不再黑箱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63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草案 / 发布分离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4472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一键生成仅产出内存草案，不写库；管理员可视化微调（换人 / 加权）后再事务发布，避免中间态污染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50474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JWT(HS256) + bcrypt 密码哈希；三级角色（超管/排班管理员/成员）前后端双重校验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轻量部署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64808" y="50474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SQLite（WAL 模式）+ 自研事务包装器，无需外部数据库服务，一键脚本启动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编程语言与技术栈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LANGUAGES &amp;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编程语言：JavaScript（ES Modules）为主，辅以 HTML / CSS（Vue SFC 单文件组件）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3.5（Composition API + &lt;script setup&gt;）+ Vite 5 构建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2.8（中文语言包）+ Pinia 2 状态管理 + Vue Router 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统一拦截（token 注入 / 401 跳转 / 错误提示）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24 + Express 4（RESTful API，10 个路由模块）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node:sqlite（Node 内置 SQLite 驱动）+ jsonwebtoken + bcryptjs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未使用低代码工具的原因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排班算法（硬约束 + 加权评分 + 贪心匹配）需深度定制业务逻辑，低代码平台难以表达且不可控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纯代码实现保证算法透明、可调参、可扩展（权重全部集中在 config.js）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代码规模：后端 21 个源文件 + 前端 33 个源文件，合计约 4500 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运行软硬件环境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硬件环境（极低要求）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CPU：双核及以上（x64 / ARM 均可）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内存：≥ 2GB 可用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磁盘：&lt; 200MB（含依赖）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无需专用服务器，普通办公电脑 / 笔记本即可运行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软件环境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操作系统：Windows 10/11、macOS、主流 Linux 发行版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≥ 22.5（推荐 24.x，需内置 node:sqlite 模块）+ npm ≥ 10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浏览器：Chrome / Edge / Firefox 等现代浏览器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网络环境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本机运行：无需外网，localhost 即可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团队联机：后端所在主机局域网可达（3001 端口），前端可一并局域网分发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46304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（此处插入：运行环境 / 启动终端截图）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43891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E9F7F3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526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一键启动脚本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start.bat（总）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server.bat / web.bat（分端）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双击即可运行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使用说明 · 应用入口与测试账号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首次运行（二选一）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方式一：双击 d:\smartshift\start.bat（自动安装依赖 + 初始化 + 启动前后端）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方式二：手动命令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server &amp;&amp; npm install &amp;&amp; npm run seed &amp;&amp; npm run dev   （后端 :3001）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web &amp;&amp; npm install &amp;&amp; npm run dev                      （前端 :5173）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应用入口：http://localhost:5173（Vite 自动代理 /api → 后端，可部署至公网提供在线入口）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测试账号（密码统一 123456）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—— 超级管理员：全部权限，团队创建者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—— 排班管理员：班次 / 排班 / 积分管理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 / bob / carol / dave —— 普通成员：可用时间 / 签到 / 积分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数据重置：npm run seed（幂等，随时恢复演示初始状态）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（此处插入：登录页 / 快捷登录截图）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使用说明 · 核心操作流程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1 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添加班次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班次管理：日期 / 时段 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 / 特殊标记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48C9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· 第 2 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申报可用时间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勾选不可用时段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偏好班次类型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3 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一键生成排班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选日期范围 → 生成草案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查看评分理由与冲突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4 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微调并发布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手动换人 → 确认发布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班次状态 → 已发布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48C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· 第 5 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值班签到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我的班次 →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点击签到按钮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6 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确认发积分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9536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确认完成 → 积分到账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（+10 / 特殊 +15）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完整闭环：建班次 → 申报时间 → 生成 → 微调发布 → 签到 → 确认发分 → 统计/排行榜查看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运营模式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0408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首选：高校学生组织 / 社团值班 / 实验室值守（劳动教育与组织自治数字化）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延伸：连锁门店排班、客服中心、志愿活动调度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部署模式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MVP：单团队自用，本地运行零成本（一台电脑即可）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演进方向：云端 SaaS 多租户，按团队订阅（免费基础版 + 高级功能付费）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激励生态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积分对接兑换：福利、调休、实物奖励，形成"多值班多回报"正向循环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信用数据沉淀：成员可靠性画像，辅助管理员用人决策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版本演进路线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MVP（当前）→ 请假 / 顶替广场 → 提醒推送（排班前自动通知）→ 积分商城 → 小程序端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86384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（此处插入：运营场景 / 路线图配图）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4663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DF2E9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核心价值主张：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把"排班"从管理负担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变成"激励引擎"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实际效果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端到端闭环验证（8 步全部通过）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→ 一键生成排班 → 查看评分理由与冲突 → 手动微调 → 确认发布 → 成员签到 → 管理员确认 → 积分自动到账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演示运行数据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名成员 / 14 天 28 个班次的完整演示环境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一次"一键生成"产出 14 个班次草案、15+ 项人员分配，每项附 6 因子评分理由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周末特殊班优先排班；空缺班次显式提示缺口人数；积分自动结算（+10，特殊班 +15）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稳定性表现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草案 / 发布分离 + 全链路事务，测试期零脏数据、零崩溃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一键脚本启动 + 幂等种子数据，评审可随时复现完整演示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（此处插入：一键生成排班实际运行截图）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88620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4754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（此处插入：统计仪表盘 / 积分到账截图）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创意亮点 · 附加说明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BONUS INNOVATIONS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EAF4FD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99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可解释排班（核心创意）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178308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每个分配附带 6 因子得分与理由："公平性 25/30：历史值班 1 次，团队最高 5 次"。彩色标签 + 悬浮明细，让成员看得懂、信得过，大幅减少排班争议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399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公平性量化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178308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历史值班数反向评分（最高 30 分权重）+ 连续值班递增惩罚，从算法层面杜绝"鞭打快牛"，工作量自动趋向均衡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成员保护内置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9808" y="3410712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8h 最小休息间隔 + 每日 8h / 每周 40h 上限作为硬约束，不满足直接排除，健康管理写进算法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953512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人机协同决策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64808" y="3410712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算法只出草案，管理员可视化微调：手动换人、成员 ±20 加权、班次优先级加权——最终决策权始终在人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54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草案-发布分离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5038344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生成不落库、发布才事务写入，杜绝中间态污染数据；空缺班次显式提示缺口人数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581144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4654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零依赖交付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64808" y="5038344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内置 SQLite + 一键 bat 脚本，一次 npm install 到处运行，演示与交付成本趋近于零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 —— 让每一班都公平、透明、有回报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应用入口：http://localhost:5173    测试账号：admin / manager / alice（密码 123456）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8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（本模板已预留原型截图 / 实际效果占位框，可在 PowerPoint / WPS 中直接替换）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智排班 SmartShift 方案说明</dc:title>
  <dc:subject>PptxGenJS Presentation</dc:subject>
  <dc:creator>SmartShift</dc:creator>
  <cp:lastModifiedBy>SmartShift</cp:lastModifiedBy>
  <cp:revision>1</cp:revision>
  <dcterms:created xsi:type="dcterms:W3CDTF">2026-10-24T01:19:02Z</dcterms:created>
  <dcterms:modified xsi:type="dcterms:W3CDTF">2026-10-24T01:19:02Z</dcterms:modified>
</cp:coreProperties>
</file>